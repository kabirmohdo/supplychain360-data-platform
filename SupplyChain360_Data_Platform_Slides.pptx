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47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985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90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702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946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241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402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208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632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870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070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480554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6053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365751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6307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1104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68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304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SupplyChain360 </a:t>
            </a:r>
            <a:br>
              <a:rPr lang="en-US" dirty="0"/>
            </a:br>
            <a:r>
              <a:rPr dirty="0"/>
              <a:t>Data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sz="4000" dirty="0"/>
              <a:t>End-to-End Data Platform for Supply Chain Optimization</a:t>
            </a:r>
          </a:p>
          <a:p>
            <a:pPr marL="0" indent="0">
              <a:buNone/>
            </a:pPr>
            <a:r>
              <a:rPr lang="en-US" sz="2000" dirty="0"/>
              <a:t>						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						</a:t>
            </a:r>
            <a:r>
              <a:rPr sz="2000" dirty="0"/>
              <a:t>Presented for Management</a:t>
            </a:r>
            <a:endParaRPr lang="en-US" sz="2000" dirty="0"/>
          </a:p>
          <a:p>
            <a:pPr marL="0" indent="0">
              <a:buNone/>
            </a:pPr>
            <a:r>
              <a:rPr lang="en-GB" sz="2000" dirty="0"/>
              <a:t>						Kabir Olawale Mohammed</a:t>
            </a:r>
            <a:endParaRPr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Fast-growing retail distribution company</a:t>
            </a:r>
          </a:p>
          <a:p>
            <a:r>
              <a:rPr sz="2000" dirty="0"/>
              <a:t>Managing hundreds of stores across the U.S.</a:t>
            </a:r>
          </a:p>
          <a:p>
            <a:r>
              <a:rPr sz="2000" dirty="0"/>
              <a:t>Facing operational inefficiencies in supply chain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Frequent stockouts of popular products</a:t>
            </a:r>
          </a:p>
          <a:p>
            <a:r>
              <a:rPr sz="2400" dirty="0"/>
              <a:t>Overstock of slow-moving items</a:t>
            </a:r>
          </a:p>
          <a:p>
            <a:r>
              <a:rPr sz="2400" dirty="0"/>
              <a:t>Delivery delays</a:t>
            </a:r>
          </a:p>
          <a:p>
            <a:r>
              <a:rPr sz="2400" dirty="0"/>
              <a:t>Lack of real-time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Critical Business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Which products cause stockouts?</a:t>
            </a:r>
          </a:p>
          <a:p>
            <a:r>
              <a:rPr sz="2800" dirty="0"/>
              <a:t>Which warehouses are inefficient?</a:t>
            </a:r>
          </a:p>
          <a:p>
            <a:r>
              <a:rPr sz="2800" dirty="0"/>
              <a:t>Which suppliers deliver late?</a:t>
            </a:r>
          </a:p>
          <a:p>
            <a:r>
              <a:rPr sz="2800" dirty="0"/>
              <a:t>Why decisions are delayed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Root Cause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Data fragmentation across systems:</a:t>
            </a:r>
          </a:p>
          <a:p>
            <a:r>
              <a:rPr sz="2800" dirty="0"/>
              <a:t>- Warehouse systems</a:t>
            </a:r>
          </a:p>
          <a:p>
            <a:r>
              <a:rPr sz="2800" dirty="0"/>
              <a:t>- Logistics records</a:t>
            </a:r>
          </a:p>
          <a:p>
            <a:r>
              <a:rPr sz="2800" dirty="0"/>
              <a:t>- Supplier logs</a:t>
            </a:r>
          </a:p>
          <a:p>
            <a:r>
              <a:rPr sz="2800" dirty="0"/>
              <a:t>- Store sales</a:t>
            </a:r>
          </a:p>
          <a:p>
            <a:r>
              <a:rPr sz="2800" dirty="0"/>
              <a:t>Manual reporting → outdated insights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Unified Supply Chain Data Platform</a:t>
            </a:r>
          </a:p>
          <a:p>
            <a:r>
              <a:rPr sz="2400" dirty="0"/>
              <a:t>Centralized data for real-time analytics</a:t>
            </a:r>
          </a:p>
          <a:p>
            <a:r>
              <a:rPr sz="2400" dirty="0"/>
              <a:t>Improves decision-making and efficiency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Reduced stockouts</a:t>
            </a:r>
          </a:p>
          <a:p>
            <a:r>
              <a:rPr sz="2400" dirty="0"/>
              <a:t>Optimized inventory</a:t>
            </a:r>
          </a:p>
          <a:p>
            <a:r>
              <a:rPr sz="2400" dirty="0"/>
              <a:t>Improved supplier performance</a:t>
            </a:r>
          </a:p>
          <a:p>
            <a:r>
              <a:rPr sz="2400" dirty="0"/>
              <a:t>Better delivery efficiency</a:t>
            </a:r>
          </a:p>
          <a:p>
            <a:r>
              <a:rPr sz="2400" dirty="0"/>
              <a:t>Potential cost savings (millions annually)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Modern ELT pipeline:</a:t>
            </a:r>
          </a:p>
          <a:p>
            <a:r>
              <a:rPr dirty="0"/>
              <a:t>- Data ingestion</a:t>
            </a:r>
            <a:endParaRPr lang="en-US" dirty="0"/>
          </a:p>
          <a:p>
            <a:r>
              <a:rPr lang="en-GB" dirty="0"/>
              <a:t>- AWS S3 Object Storage</a:t>
            </a:r>
            <a:endParaRPr dirty="0"/>
          </a:p>
          <a:p>
            <a:r>
              <a:rPr dirty="0"/>
              <a:t>- Snowflake </a:t>
            </a:r>
            <a:r>
              <a:rPr lang="en-US" dirty="0"/>
              <a:t>Warehouse</a:t>
            </a:r>
            <a:endParaRPr dirty="0"/>
          </a:p>
          <a:p>
            <a:r>
              <a:rPr dirty="0"/>
              <a:t>- </a:t>
            </a:r>
            <a:r>
              <a:rPr dirty="0" err="1"/>
              <a:t>dbt</a:t>
            </a:r>
            <a:r>
              <a:rPr dirty="0"/>
              <a:t> transformations</a:t>
            </a:r>
          </a:p>
          <a:p>
            <a:r>
              <a:rPr dirty="0"/>
              <a:t>- Airflow orchestration</a:t>
            </a:r>
          </a:p>
          <a:p>
            <a:r>
              <a:rPr dirty="0"/>
              <a:t>Production-grade design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reliable ELT pipeline</a:t>
            </a:r>
          </a:p>
          <a:p>
            <a:r>
              <a:t>Automate workflows</a:t>
            </a:r>
          </a:p>
          <a:p>
            <a:r>
              <a:t>Enable analytics:</a:t>
            </a:r>
          </a:p>
          <a:p>
            <a:r>
              <a:t>- Stockout trends</a:t>
            </a:r>
          </a:p>
          <a:p>
            <a:r>
              <a:t>- Supplier performance</a:t>
            </a:r>
          </a:p>
          <a:p>
            <a:r>
              <a:t>- Warehouse efficiency</a:t>
            </a:r>
          </a:p>
          <a:p>
            <a:r>
              <a:t>- Demand forecasting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(High Level)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81038A-44BE-A851-8D19-D923EA908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7638"/>
            <a:ext cx="9144000" cy="505936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Airflow (Orchestration)</a:t>
            </a:r>
          </a:p>
          <a:p>
            <a:r>
              <a:t>Snowflake (Data Warehouse)</a:t>
            </a:r>
          </a:p>
          <a:p>
            <a:r>
              <a:t>dbt Cloud (Transformation)</a:t>
            </a:r>
          </a:p>
          <a:p>
            <a:r>
              <a:t>Python (Logic)</a:t>
            </a:r>
          </a:p>
          <a:p>
            <a:r>
              <a:t>AWS S3 (Storage)</a:t>
            </a:r>
          </a:p>
          <a:p>
            <a:r>
              <a:t>Docker (Containerization)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Setup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200" dirty="0"/>
              <a:t>Clone repository</a:t>
            </a:r>
          </a:p>
          <a:p>
            <a:r>
              <a:rPr sz="3200" dirty="0"/>
              <a:t>Install dependencies</a:t>
            </a:r>
          </a:p>
          <a:p>
            <a:r>
              <a:rPr sz="3200" dirty="0"/>
              <a:t>Run Airflow with Docker</a:t>
            </a:r>
          </a:p>
          <a:p>
            <a:r>
              <a:rPr sz="3200" dirty="0"/>
              <a:t>Automated daily pipeline execution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</TotalTime>
  <Words>249</Words>
  <Application>Microsoft Office PowerPoint</Application>
  <PresentationFormat>On-screen Show (4:3)</PresentationFormat>
  <Paragraphs>66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Trebuchet MS</vt:lpstr>
      <vt:lpstr>Wingdings 3</vt:lpstr>
      <vt:lpstr>Facet</vt:lpstr>
      <vt:lpstr>SupplyChain360  Data Platform</vt:lpstr>
      <vt:lpstr>Business Background</vt:lpstr>
      <vt:lpstr>Key Challenges</vt:lpstr>
      <vt:lpstr>Critical Business Questions</vt:lpstr>
      <vt:lpstr>Root Cause</vt:lpstr>
      <vt:lpstr>Solution</vt:lpstr>
      <vt:lpstr>Business Impact</vt:lpstr>
      <vt:lpstr>Project Overview</vt:lpstr>
      <vt:lpstr>Objectives</vt:lpstr>
      <vt:lpstr>Architecture (High Level)</vt:lpstr>
      <vt:lpstr>Tech Stack</vt:lpstr>
      <vt:lpstr>Setup Overview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Kabir Mohammed</cp:lastModifiedBy>
  <cp:revision>4</cp:revision>
  <dcterms:created xsi:type="dcterms:W3CDTF">2013-01-27T09:14:16Z</dcterms:created>
  <dcterms:modified xsi:type="dcterms:W3CDTF">2026-04-03T15:25:13Z</dcterms:modified>
  <cp:category/>
</cp:coreProperties>
</file>